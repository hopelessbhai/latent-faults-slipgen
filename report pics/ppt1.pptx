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E0EB9-F366-D196-E2A0-C0F6892D3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52BE6-B729-0ADF-46AD-8D6843EED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89EA0-0F2E-7B3A-13D5-F315F4172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9E9DC-FB36-17ED-8D3C-82ADF4647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F280A-619E-7ED1-04FF-4C44935A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93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90060-14FE-75A4-D535-6ADEB4C5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5840E-408A-8D9B-0CB0-E91C3DEA5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9D757-E0E6-3D45-FE9B-656CD070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4D9C-1B2C-F503-2E35-FFEB87CB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D6842-8AA0-7037-F7F2-06057123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949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BD8F-93D9-7382-1A63-E32439F2D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CA25D-BA6E-38B7-5A16-A2B92A054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38B71-C51E-A428-7BDD-7E9E6FF9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FFA97-D12B-0F25-1F9C-AAE31BEEF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E90F7-9876-173D-CEAF-95DF5C2D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47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A6DE-88DA-8FEA-D2AA-8C6CF595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C01A1-8327-E96A-4354-95726EDD2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51D4C-2332-4A0C-6074-3F3A6010A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FDF2A-CACA-C84E-F1DA-99C51D84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6BBF7-557A-A603-F2A0-B907070A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B4178-6E71-CEA0-3FE7-9AD1E113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18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234A-8568-B088-6613-74B70DA7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F7BD9-6DA9-D72B-5811-225B0CA13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E6219-1237-D830-6D21-9BB21AEAC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74597-3256-86F4-D9C5-3597DC83E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236CAE-C081-4B11-5833-E45FA8FCD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41F65D-A7EB-CE77-3C77-8D4F894D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B9A30E-A2ED-7708-E345-48B1DF1E8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D4FA20-09F5-FCD1-A71D-6E85311F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29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2D91-08B1-1F4D-C381-C6E2E18AE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29318-F0B5-01A4-CB53-CAF011BE2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5281F-6F2F-F4CC-EAF8-9EE39832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FE796-500E-7A5C-E6A5-6A4D2E74A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44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413E26-B628-4D5D-4C59-325DA826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1461F-7F89-4E07-844D-0FB05B1B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2C7C9-6F6A-C891-FE41-CC695DB3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888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9596-0C98-D221-ADD6-FE8749E7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A9640-72C3-A1B9-3A52-48B08F5B8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1F944-33B0-C9E7-972E-22D502112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31902-8582-8174-AEAE-8A7F94456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A059A-B790-54E6-DAB3-0429AACD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49D2D-F535-E4BA-3182-0734D43D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444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6930-3C28-216D-E2CC-10D5F5B7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5D88BC-C2FB-1DA3-D44B-B01B38920C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C9605-EBFD-64C2-1A25-E4BB0DF31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2D977-81E7-8DF2-EBBB-C8B2705B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16489-0CF9-7BCF-414C-3B2B6EB4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B3C50-AFEC-5E67-013B-B1588E28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39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B121-E186-0E5F-814C-3C8D1803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8B706-76C8-C26B-420F-13D98CB14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67F55-1D61-07BF-3960-AAF951A71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B35CB-5ACF-D222-972D-C4AF59F3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43E65-7288-6CCC-9324-8AE4921D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416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CFCAC-1713-5736-9F1D-3DAF90195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8075E-522E-57AD-132A-BF7BFF4EE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14616-D764-7251-A82B-0A45966E5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4B580-B9C5-22C6-0DD9-9BE5E57E4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D9AEE-C828-A42E-83BB-A07A58C6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757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B34AB-B0F7-4159-32E0-43463F85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25311-4587-23A7-1300-D4A4E24FC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A7647-0F79-4A51-5B76-BD134F9AB1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65E7C-81BF-40A8-B7A0-46C728B27E00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2FF7B-99AC-E4F5-F102-AEF62ABF2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0F4C2-8F3B-1C30-53D5-40E8AEEA0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95F1F-E2B5-4AA8-9C67-ED8797AA4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46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150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5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21.png"/><Relationship Id="rId10" Type="http://schemas.openxmlformats.org/officeDocument/2006/relationships/image" Target="../media/image17.png"/><Relationship Id="rId19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D691-EA4A-69FC-7819-3CF9CB2E9C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C7674-2455-0ED1-BED6-5B4882A89F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859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47B620-6B25-6FE4-411C-449260E23DA2}"/>
              </a:ext>
            </a:extLst>
          </p:cNvPr>
          <p:cNvSpPr/>
          <p:nvPr/>
        </p:nvSpPr>
        <p:spPr>
          <a:xfrm>
            <a:off x="4722470" y="3021337"/>
            <a:ext cx="2523281" cy="407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3C845F-C244-FB62-0A49-6D18DDA366BC}"/>
              </a:ext>
            </a:extLst>
          </p:cNvPr>
          <p:cNvSpPr/>
          <p:nvPr/>
        </p:nvSpPr>
        <p:spPr>
          <a:xfrm>
            <a:off x="2862740" y="1790252"/>
            <a:ext cx="6242740" cy="407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3B7158-6666-25B7-8AC4-0B8F0C62E92F}"/>
              </a:ext>
            </a:extLst>
          </p:cNvPr>
          <p:cNvCxnSpPr/>
          <p:nvPr/>
        </p:nvCxnSpPr>
        <p:spPr>
          <a:xfrm>
            <a:off x="3329024" y="1795515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E855F0-EAC0-59F6-2486-496C4C176051}"/>
              </a:ext>
            </a:extLst>
          </p:cNvPr>
          <p:cNvCxnSpPr/>
          <p:nvPr/>
        </p:nvCxnSpPr>
        <p:spPr>
          <a:xfrm>
            <a:off x="3748124" y="1790252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A7DA78-7226-D63B-DE40-1513793E1B53}"/>
              </a:ext>
            </a:extLst>
          </p:cNvPr>
          <p:cNvCxnSpPr/>
          <p:nvPr/>
        </p:nvCxnSpPr>
        <p:spPr>
          <a:xfrm>
            <a:off x="4167224" y="1784989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D631E9-E99B-30D1-5A50-D7AD66F45713}"/>
              </a:ext>
            </a:extLst>
          </p:cNvPr>
          <p:cNvCxnSpPr/>
          <p:nvPr/>
        </p:nvCxnSpPr>
        <p:spPr>
          <a:xfrm>
            <a:off x="4586324" y="1787346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6436CE-70AC-3647-63EE-97EEDF484E68}"/>
              </a:ext>
            </a:extLst>
          </p:cNvPr>
          <p:cNvCxnSpPr/>
          <p:nvPr/>
        </p:nvCxnSpPr>
        <p:spPr>
          <a:xfrm>
            <a:off x="5005424" y="1789703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71D668-0462-162B-3501-A86EE25CFB65}"/>
              </a:ext>
            </a:extLst>
          </p:cNvPr>
          <p:cNvCxnSpPr/>
          <p:nvPr/>
        </p:nvCxnSpPr>
        <p:spPr>
          <a:xfrm>
            <a:off x="5424524" y="1792060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78132F-EC90-1083-8CDE-3DEA0734AA36}"/>
              </a:ext>
            </a:extLst>
          </p:cNvPr>
          <p:cNvCxnSpPr/>
          <p:nvPr/>
        </p:nvCxnSpPr>
        <p:spPr>
          <a:xfrm>
            <a:off x="5843624" y="1788702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A252B8-9D16-56B3-DCFA-60CE49521946}"/>
              </a:ext>
            </a:extLst>
          </p:cNvPr>
          <p:cNvCxnSpPr/>
          <p:nvPr/>
        </p:nvCxnSpPr>
        <p:spPr>
          <a:xfrm>
            <a:off x="6262724" y="1789154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A930D1-FC4E-A449-A5E5-D394D4C59A61}"/>
              </a:ext>
            </a:extLst>
          </p:cNvPr>
          <p:cNvCxnSpPr/>
          <p:nvPr/>
        </p:nvCxnSpPr>
        <p:spPr>
          <a:xfrm>
            <a:off x="6681824" y="1785796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C52E2D-2122-DB06-41D9-F6C75657FED3}"/>
              </a:ext>
            </a:extLst>
          </p:cNvPr>
          <p:cNvCxnSpPr/>
          <p:nvPr/>
        </p:nvCxnSpPr>
        <p:spPr>
          <a:xfrm>
            <a:off x="8358224" y="1793319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15930F-1E86-681A-C9B2-7B253B94031A}"/>
              </a:ext>
            </a:extLst>
          </p:cNvPr>
          <p:cNvCxnSpPr/>
          <p:nvPr/>
        </p:nvCxnSpPr>
        <p:spPr>
          <a:xfrm>
            <a:off x="8777324" y="1789961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D213E2-A130-4FD8-587C-74312DFAA4F8}"/>
                  </a:ext>
                </a:extLst>
              </p:cNvPr>
              <p:cNvSpPr txBox="1"/>
              <p:nvPr/>
            </p:nvSpPr>
            <p:spPr>
              <a:xfrm>
                <a:off x="7135842" y="1797973"/>
                <a:ext cx="860812" cy="27699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…………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D213E2-A130-4FD8-587C-74312DFAA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842" y="1797973"/>
                <a:ext cx="86081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247BC78E-646D-7F80-ABBD-2A4BA62A25FB}"/>
              </a:ext>
            </a:extLst>
          </p:cNvPr>
          <p:cNvSpPr/>
          <p:nvPr/>
        </p:nvSpPr>
        <p:spPr>
          <a:xfrm>
            <a:off x="2862740" y="4326188"/>
            <a:ext cx="6242740" cy="407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D69FE4E-02E5-4625-12BF-C881737BBD51}"/>
              </a:ext>
            </a:extLst>
          </p:cNvPr>
          <p:cNvCxnSpPr/>
          <p:nvPr/>
        </p:nvCxnSpPr>
        <p:spPr>
          <a:xfrm>
            <a:off x="3329024" y="4331451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74A46FA-78F7-FC88-A20E-AD9148908978}"/>
              </a:ext>
            </a:extLst>
          </p:cNvPr>
          <p:cNvCxnSpPr/>
          <p:nvPr/>
        </p:nvCxnSpPr>
        <p:spPr>
          <a:xfrm>
            <a:off x="3748124" y="4326188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52C033-C9C8-8D81-186B-7934BC015DC2}"/>
              </a:ext>
            </a:extLst>
          </p:cNvPr>
          <p:cNvCxnSpPr/>
          <p:nvPr/>
        </p:nvCxnSpPr>
        <p:spPr>
          <a:xfrm>
            <a:off x="4167224" y="4320925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6E95EF9-621A-45AA-0079-ABDD3DD726C3}"/>
              </a:ext>
            </a:extLst>
          </p:cNvPr>
          <p:cNvCxnSpPr/>
          <p:nvPr/>
        </p:nvCxnSpPr>
        <p:spPr>
          <a:xfrm>
            <a:off x="4586324" y="4323282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CEB1E5C-6382-7EE8-BC78-5783D66E8AF8}"/>
              </a:ext>
            </a:extLst>
          </p:cNvPr>
          <p:cNvCxnSpPr/>
          <p:nvPr/>
        </p:nvCxnSpPr>
        <p:spPr>
          <a:xfrm>
            <a:off x="5005424" y="4325639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965D84F-8A2D-010F-C466-EFDC21FE88EE}"/>
              </a:ext>
            </a:extLst>
          </p:cNvPr>
          <p:cNvCxnSpPr/>
          <p:nvPr/>
        </p:nvCxnSpPr>
        <p:spPr>
          <a:xfrm>
            <a:off x="5424524" y="4327996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992BBA4-8A9A-9377-7013-5C971321E737}"/>
              </a:ext>
            </a:extLst>
          </p:cNvPr>
          <p:cNvCxnSpPr/>
          <p:nvPr/>
        </p:nvCxnSpPr>
        <p:spPr>
          <a:xfrm>
            <a:off x="5148680" y="3021337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3CAA8C2-6B9C-C696-815A-7509461BC2BB}"/>
              </a:ext>
            </a:extLst>
          </p:cNvPr>
          <p:cNvCxnSpPr/>
          <p:nvPr/>
        </p:nvCxnSpPr>
        <p:spPr>
          <a:xfrm>
            <a:off x="6262724" y="4325090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786B2CB-E0CF-7711-663D-E304FD36F582}"/>
              </a:ext>
            </a:extLst>
          </p:cNvPr>
          <p:cNvCxnSpPr/>
          <p:nvPr/>
        </p:nvCxnSpPr>
        <p:spPr>
          <a:xfrm>
            <a:off x="6681824" y="4321732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E4B913C-16F1-B335-8054-4D2D80FE5B27}"/>
              </a:ext>
            </a:extLst>
          </p:cNvPr>
          <p:cNvCxnSpPr/>
          <p:nvPr/>
        </p:nvCxnSpPr>
        <p:spPr>
          <a:xfrm>
            <a:off x="8358224" y="4329255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B4E1F5D-CD59-A67D-6E79-AE60B1ED26D3}"/>
              </a:ext>
            </a:extLst>
          </p:cNvPr>
          <p:cNvCxnSpPr/>
          <p:nvPr/>
        </p:nvCxnSpPr>
        <p:spPr>
          <a:xfrm>
            <a:off x="8777324" y="4325897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D3D7BB4-024B-6D7A-D88E-23FEFDF63837}"/>
                  </a:ext>
                </a:extLst>
              </p:cNvPr>
              <p:cNvSpPr txBox="1"/>
              <p:nvPr/>
            </p:nvSpPr>
            <p:spPr>
              <a:xfrm>
                <a:off x="7135842" y="4333909"/>
                <a:ext cx="860812" cy="27699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…………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D3D7BB4-024B-6D7A-D88E-23FEFDF63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842" y="4333909"/>
                <a:ext cx="86081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B2B06F3-B769-FAA7-0821-FB143180F695}"/>
              </a:ext>
            </a:extLst>
          </p:cNvPr>
          <p:cNvCxnSpPr/>
          <p:nvPr/>
        </p:nvCxnSpPr>
        <p:spPr>
          <a:xfrm>
            <a:off x="5575400" y="3021337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85774CC-5443-C965-4E0B-7CE1AF840FFA}"/>
              </a:ext>
            </a:extLst>
          </p:cNvPr>
          <p:cNvCxnSpPr/>
          <p:nvPr/>
        </p:nvCxnSpPr>
        <p:spPr>
          <a:xfrm>
            <a:off x="6002120" y="3021337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6C0FD57-EDEA-8D01-0E81-4D61DB0324E3}"/>
              </a:ext>
            </a:extLst>
          </p:cNvPr>
          <p:cNvCxnSpPr/>
          <p:nvPr/>
        </p:nvCxnSpPr>
        <p:spPr>
          <a:xfrm>
            <a:off x="6428840" y="3021337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A98B6ED-86BC-42B7-786C-3A037D6DC5BD}"/>
              </a:ext>
            </a:extLst>
          </p:cNvPr>
          <p:cNvCxnSpPr/>
          <p:nvPr/>
        </p:nvCxnSpPr>
        <p:spPr>
          <a:xfrm>
            <a:off x="6855560" y="3021337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5EF99D8-EFB4-40B1-0FC4-18C48E4264A4}"/>
              </a:ext>
            </a:extLst>
          </p:cNvPr>
          <p:cNvCxnSpPr/>
          <p:nvPr/>
        </p:nvCxnSpPr>
        <p:spPr>
          <a:xfrm>
            <a:off x="5861504" y="4320925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997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13EB-D40F-E08E-322E-80378091D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6A7953-A5A1-9DB4-8CD9-BA4BD55A6520}"/>
              </a:ext>
            </a:extLst>
          </p:cNvPr>
          <p:cNvSpPr/>
          <p:nvPr/>
        </p:nvSpPr>
        <p:spPr>
          <a:xfrm>
            <a:off x="3413809" y="1507602"/>
            <a:ext cx="812800" cy="384279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1BE8B5-DC5B-8856-D6C6-36F42BB243CE}"/>
              </a:ext>
            </a:extLst>
          </p:cNvPr>
          <p:cNvSpPr/>
          <p:nvPr/>
        </p:nvSpPr>
        <p:spPr>
          <a:xfrm>
            <a:off x="7747151" y="998317"/>
            <a:ext cx="2121512" cy="48613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1EE6EC-7082-DD0F-2D21-712ED58D0FD4}"/>
              </a:ext>
            </a:extLst>
          </p:cNvPr>
          <p:cNvSpPr/>
          <p:nvPr/>
        </p:nvSpPr>
        <p:spPr>
          <a:xfrm rot="5400000">
            <a:off x="4722470" y="3257557"/>
            <a:ext cx="2523281" cy="407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4D1556-852D-B193-3EDA-26EF757D11A9}"/>
              </a:ext>
            </a:extLst>
          </p:cNvPr>
          <p:cNvCxnSpPr>
            <a:cxnSpLocks/>
          </p:cNvCxnSpPr>
          <p:nvPr/>
        </p:nvCxnSpPr>
        <p:spPr>
          <a:xfrm rot="5400000">
            <a:off x="5983062" y="4182118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9D5E2F-BB7E-7FFE-B009-EDED7DC4AA14}"/>
              </a:ext>
            </a:extLst>
          </p:cNvPr>
          <p:cNvCxnSpPr>
            <a:cxnSpLocks/>
          </p:cNvCxnSpPr>
          <p:nvPr/>
        </p:nvCxnSpPr>
        <p:spPr>
          <a:xfrm rot="5400000">
            <a:off x="5983062" y="3750319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35C3088-FE07-E39F-49A0-39555B85AED2}"/>
              </a:ext>
            </a:extLst>
          </p:cNvPr>
          <p:cNvCxnSpPr>
            <a:cxnSpLocks/>
          </p:cNvCxnSpPr>
          <p:nvPr/>
        </p:nvCxnSpPr>
        <p:spPr>
          <a:xfrm rot="5400000">
            <a:off x="5986880" y="3257557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5B8078-2F00-DF41-5678-34B62C7429EB}"/>
              </a:ext>
            </a:extLst>
          </p:cNvPr>
          <p:cNvCxnSpPr>
            <a:cxnSpLocks/>
          </p:cNvCxnSpPr>
          <p:nvPr/>
        </p:nvCxnSpPr>
        <p:spPr>
          <a:xfrm rot="5400000">
            <a:off x="5983063" y="2769878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25B460-1F6E-AF4C-3A93-469925432E55}"/>
              </a:ext>
            </a:extLst>
          </p:cNvPr>
          <p:cNvCxnSpPr>
            <a:cxnSpLocks/>
          </p:cNvCxnSpPr>
          <p:nvPr/>
        </p:nvCxnSpPr>
        <p:spPr>
          <a:xfrm rot="5400000">
            <a:off x="5983062" y="2302518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DC7D3F6-5925-AEAA-D7D1-C327BF0BC606}"/>
              </a:ext>
            </a:extLst>
          </p:cNvPr>
          <p:cNvSpPr/>
          <p:nvPr/>
        </p:nvSpPr>
        <p:spPr>
          <a:xfrm rot="5400000">
            <a:off x="501359" y="3257557"/>
            <a:ext cx="2523281" cy="407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0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7A66C-960C-AC87-6B8A-9E13D63C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apezoid 6">
            <a:extLst>
              <a:ext uri="{FF2B5EF4-FFF2-40B4-BE49-F238E27FC236}">
                <a16:creationId xmlns:a16="http://schemas.microsoft.com/office/drawing/2014/main" id="{1B0D2B00-05AC-3FF8-ACBF-F941FA0508C7}"/>
              </a:ext>
            </a:extLst>
          </p:cNvPr>
          <p:cNvSpPr/>
          <p:nvPr/>
        </p:nvSpPr>
        <p:spPr>
          <a:xfrm rot="5400000">
            <a:off x="1988038" y="2506349"/>
            <a:ext cx="1828800" cy="1533211"/>
          </a:xfrm>
          <a:prstGeom prst="trapezoi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AC9A8368-84D8-0AC1-833D-191329EB621C}"/>
              </a:ext>
            </a:extLst>
          </p:cNvPr>
          <p:cNvSpPr/>
          <p:nvPr/>
        </p:nvSpPr>
        <p:spPr>
          <a:xfrm rot="16200000">
            <a:off x="8702416" y="2386799"/>
            <a:ext cx="1828800" cy="1533211"/>
          </a:xfrm>
          <a:prstGeom prst="trapezoi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C5EA03-3A95-F531-2ABB-1A8556032BDB}"/>
              </a:ext>
            </a:extLst>
          </p:cNvPr>
          <p:cNvSpPr/>
          <p:nvPr/>
        </p:nvSpPr>
        <p:spPr>
          <a:xfrm>
            <a:off x="3814916" y="4444181"/>
            <a:ext cx="1111045" cy="11405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0C6276-283E-0D1E-5F28-45BA936989CF}"/>
              </a:ext>
            </a:extLst>
          </p:cNvPr>
          <p:cNvSpPr/>
          <p:nvPr/>
        </p:nvSpPr>
        <p:spPr>
          <a:xfrm>
            <a:off x="7266041" y="4444181"/>
            <a:ext cx="1111045" cy="11405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A877068-7F10-D438-DF56-A4FB7AFA8FCE}"/>
              </a:ext>
            </a:extLst>
          </p:cNvPr>
          <p:cNvSpPr/>
          <p:nvPr/>
        </p:nvSpPr>
        <p:spPr>
          <a:xfrm>
            <a:off x="4665406" y="675640"/>
            <a:ext cx="3186242" cy="190041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4189701-4BE6-5344-B80F-370393639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32" t="15156" r="9139" b="13635"/>
          <a:stretch/>
        </p:blipFill>
        <p:spPr>
          <a:xfrm>
            <a:off x="31951" y="2389034"/>
            <a:ext cx="1823721" cy="176784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AACB58E-6468-AED6-427B-B22BADA7E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7" t="14908" r="51400" b="13933"/>
          <a:stretch/>
        </p:blipFill>
        <p:spPr>
          <a:xfrm>
            <a:off x="10626837" y="2239004"/>
            <a:ext cx="1880908" cy="182880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6082E7A-6224-14B7-BB32-13663CA6D322}"/>
              </a:ext>
            </a:extLst>
          </p:cNvPr>
          <p:cNvSpPr/>
          <p:nvPr/>
        </p:nvSpPr>
        <p:spPr>
          <a:xfrm>
            <a:off x="5076844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6CD8A2-FE18-3AFF-31CD-D50FFE330BE8}"/>
              </a:ext>
            </a:extLst>
          </p:cNvPr>
          <p:cNvSpPr/>
          <p:nvPr/>
        </p:nvSpPr>
        <p:spPr>
          <a:xfrm>
            <a:off x="5488282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F1B664-238B-6ABB-B296-DC43EDF6C69C}"/>
              </a:ext>
            </a:extLst>
          </p:cNvPr>
          <p:cNvSpPr/>
          <p:nvPr/>
        </p:nvSpPr>
        <p:spPr>
          <a:xfrm>
            <a:off x="5899720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2570DA-BE4E-4118-DCC3-582DCAD3A8AB}"/>
              </a:ext>
            </a:extLst>
          </p:cNvPr>
          <p:cNvSpPr/>
          <p:nvPr/>
        </p:nvSpPr>
        <p:spPr>
          <a:xfrm>
            <a:off x="6777918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1897B81-E22F-174F-461D-2347BA53E953}"/>
                  </a:ext>
                </a:extLst>
              </p:cNvPr>
              <p:cNvSpPr txBox="1"/>
              <p:nvPr/>
            </p:nvSpPr>
            <p:spPr>
              <a:xfrm>
                <a:off x="2457476" y="3134454"/>
                <a:ext cx="88992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𝑒𝑛𝑐𝑜𝑑𝑒𝑟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1897B81-E22F-174F-461D-2347BA53E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476" y="3134454"/>
                <a:ext cx="889924" cy="307777"/>
              </a:xfrm>
              <a:prstGeom prst="rect">
                <a:avLst/>
              </a:prstGeom>
              <a:blipFill>
                <a:blip r:embed="rId3"/>
                <a:stretch>
                  <a:fillRect l="-10274" r="-13699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C7643B-F9DB-B1C3-1A8F-36B2655E1667}"/>
                  </a:ext>
                </a:extLst>
              </p:cNvPr>
              <p:cNvSpPr txBox="1"/>
              <p:nvPr/>
            </p:nvSpPr>
            <p:spPr>
              <a:xfrm>
                <a:off x="9171854" y="3026435"/>
                <a:ext cx="88992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𝑑𝑒𝑐𝑜𝑑𝑒𝑟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C7643B-F9DB-B1C3-1A8F-36B2655E1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854" y="3026435"/>
                <a:ext cx="889924" cy="307777"/>
              </a:xfrm>
              <a:prstGeom prst="rect">
                <a:avLst/>
              </a:prstGeom>
              <a:blipFill>
                <a:blip r:embed="rId4"/>
                <a:stretch>
                  <a:fillRect l="-10274" r="-13699" b="-58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DAE58B-127F-1555-4438-59AD5054D161}"/>
                  </a:ext>
                </a:extLst>
              </p:cNvPr>
              <p:cNvSpPr txBox="1"/>
              <p:nvPr/>
            </p:nvSpPr>
            <p:spPr>
              <a:xfrm>
                <a:off x="5118683" y="736842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DAE58B-127F-1555-4438-59AD5054D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683" y="736842"/>
                <a:ext cx="170486" cy="276999"/>
              </a:xfrm>
              <a:prstGeom prst="rect">
                <a:avLst/>
              </a:prstGeom>
              <a:blipFill>
                <a:blip r:embed="rId5"/>
                <a:stretch>
                  <a:fillRect l="-35714" r="-5000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F35E8BA-6392-8EEC-27FE-392DF8B9FA65}"/>
                  </a:ext>
                </a:extLst>
              </p:cNvPr>
              <p:cNvSpPr txBox="1"/>
              <p:nvPr/>
            </p:nvSpPr>
            <p:spPr>
              <a:xfrm>
                <a:off x="5545361" y="73684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F35E8BA-6392-8EEC-27FE-392DF8B9F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361" y="736841"/>
                <a:ext cx="170486" cy="276999"/>
              </a:xfrm>
              <a:prstGeom prst="rect">
                <a:avLst/>
              </a:prstGeom>
              <a:blipFill>
                <a:blip r:embed="rId6"/>
                <a:stretch>
                  <a:fillRect l="-35714" r="-5357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C39B33-E1F9-EF04-DC83-57ABD04FFEF2}"/>
                  </a:ext>
                </a:extLst>
              </p:cNvPr>
              <p:cNvSpPr txBox="1"/>
              <p:nvPr/>
            </p:nvSpPr>
            <p:spPr>
              <a:xfrm>
                <a:off x="5925513" y="73684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C39B33-E1F9-EF04-DC83-57ABD04FF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513" y="736841"/>
                <a:ext cx="170486" cy="276999"/>
              </a:xfrm>
              <a:prstGeom prst="rect">
                <a:avLst/>
              </a:prstGeom>
              <a:blipFill>
                <a:blip r:embed="rId7"/>
                <a:stretch>
                  <a:fillRect l="-35714" r="-5714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FEE08A2-DF10-2C1A-A7EE-55211A707A19}"/>
                  </a:ext>
                </a:extLst>
              </p:cNvPr>
              <p:cNvSpPr txBox="1"/>
              <p:nvPr/>
            </p:nvSpPr>
            <p:spPr>
              <a:xfrm>
                <a:off x="6817590" y="742162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FEE08A2-DF10-2C1A-A7EE-55211A707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7590" y="742162"/>
                <a:ext cx="170486" cy="276999"/>
              </a:xfrm>
              <a:prstGeom prst="rect">
                <a:avLst/>
              </a:prstGeom>
              <a:blipFill>
                <a:blip r:embed="rId8"/>
                <a:stretch>
                  <a:fillRect l="-35714" r="-60714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8292FD8B-8941-854A-BFC8-7C8EBA3C6A17}"/>
              </a:ext>
            </a:extLst>
          </p:cNvPr>
          <p:cNvSpPr txBox="1"/>
          <p:nvPr/>
        </p:nvSpPr>
        <p:spPr>
          <a:xfrm>
            <a:off x="6326808" y="1515592"/>
            <a:ext cx="45111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……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6021602-6CBC-E484-B8CB-BCAD527BD696}"/>
                  </a:ext>
                </a:extLst>
              </p:cNvPr>
              <p:cNvSpPr txBox="1"/>
              <p:nvPr/>
            </p:nvSpPr>
            <p:spPr>
              <a:xfrm>
                <a:off x="4230037" y="4756554"/>
                <a:ext cx="17048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6021602-6CBC-E484-B8CB-BCAD527BD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037" y="4756554"/>
                <a:ext cx="170486" cy="492443"/>
              </a:xfrm>
              <a:prstGeom prst="rect">
                <a:avLst/>
              </a:prstGeom>
              <a:blipFill>
                <a:blip r:embed="rId9"/>
                <a:stretch>
                  <a:fillRect r="-96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CC1D6D-7D96-A43D-DA25-415271F11BB6}"/>
                  </a:ext>
                </a:extLst>
              </p:cNvPr>
              <p:cNvSpPr txBox="1"/>
              <p:nvPr/>
            </p:nvSpPr>
            <p:spPr>
              <a:xfrm>
                <a:off x="7681162" y="4783224"/>
                <a:ext cx="170486" cy="5304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CC1D6D-7D96-A43D-DA25-415271F11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162" y="4783224"/>
                <a:ext cx="170486" cy="530402"/>
              </a:xfrm>
              <a:prstGeom prst="rect">
                <a:avLst/>
              </a:prstGeom>
              <a:blipFill>
                <a:blip r:embed="rId10"/>
                <a:stretch>
                  <a:fillRect r="-103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740B49E-F57A-5DC3-8103-AB0297689B27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1855672" y="3272955"/>
            <a:ext cx="488748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ABBD350E-C66B-4874-5C5F-5F159FF2CF66}"/>
              </a:ext>
            </a:extLst>
          </p:cNvPr>
          <p:cNvCxnSpPr>
            <a:cxnSpLocks/>
            <a:stCxn id="7" idx="0"/>
          </p:cNvCxnSpPr>
          <p:nvPr/>
        </p:nvCxnSpPr>
        <p:spPr>
          <a:xfrm>
            <a:off x="3669044" y="3272955"/>
            <a:ext cx="701394" cy="1510269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E3E6BBA-0E06-FC5C-69B8-AC3435BB896F}"/>
              </a:ext>
            </a:extLst>
          </p:cNvPr>
          <p:cNvCxnSpPr>
            <a:stCxn id="24" idx="3"/>
          </p:cNvCxnSpPr>
          <p:nvPr/>
        </p:nvCxnSpPr>
        <p:spPr>
          <a:xfrm flipV="1">
            <a:off x="4925961" y="2389034"/>
            <a:ext cx="562321" cy="2625418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94B68141-4B57-0D82-4613-CE66F3BCA719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5774690" y="3523100"/>
            <a:ext cx="2600633" cy="382070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01A8EF8A-3B87-666F-D285-846BD0D4C5D4}"/>
              </a:ext>
            </a:extLst>
          </p:cNvPr>
          <p:cNvCxnSpPr>
            <a:cxnSpLocks/>
            <a:stCxn id="25" idx="3"/>
            <a:endCxn id="36" idx="1"/>
          </p:cNvCxnSpPr>
          <p:nvPr/>
        </p:nvCxnSpPr>
        <p:spPr>
          <a:xfrm flipV="1">
            <a:off x="8377086" y="3180324"/>
            <a:ext cx="794768" cy="1834128"/>
          </a:xfrm>
          <a:prstGeom prst="bentConnector3">
            <a:avLst>
              <a:gd name="adj1" fmla="val 50000"/>
            </a:avLst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D5319C5-54AB-A2CB-F179-796498D63E85}"/>
              </a:ext>
            </a:extLst>
          </p:cNvPr>
          <p:cNvCxnSpPr>
            <a:cxnSpLocks/>
            <a:stCxn id="9" idx="2"/>
            <a:endCxn id="30" idx="1"/>
          </p:cNvCxnSpPr>
          <p:nvPr/>
        </p:nvCxnSpPr>
        <p:spPr>
          <a:xfrm>
            <a:off x="10383422" y="3153405"/>
            <a:ext cx="243415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4834486-2BD9-12A4-293F-2E55D6A3845B}"/>
                  </a:ext>
                </a:extLst>
              </p:cNvPr>
              <p:cNvSpPr txBox="1"/>
              <p:nvPr/>
            </p:nvSpPr>
            <p:spPr>
              <a:xfrm>
                <a:off x="5252693" y="358114"/>
                <a:ext cx="18573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𝑒𝑚𝑏𝑒𝑑𝑑𝑖𝑛𝑔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𝑠𝑝𝑎𝑐𝑒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4834486-2BD9-12A4-293F-2E55D6A38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693" y="358114"/>
                <a:ext cx="1857303" cy="276999"/>
              </a:xfrm>
              <a:prstGeom prst="rect">
                <a:avLst/>
              </a:prstGeom>
              <a:blipFill>
                <a:blip r:embed="rId11"/>
                <a:stretch>
                  <a:fillRect l="-3947" t="-4444" r="-2961" b="-3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C22516E-ECA4-5A7B-322E-4846CF03574B}"/>
                  </a:ext>
                </a:extLst>
              </p:cNvPr>
              <p:cNvSpPr txBox="1"/>
              <p:nvPr/>
            </p:nvSpPr>
            <p:spPr>
              <a:xfrm>
                <a:off x="10840980" y="4141589"/>
                <a:ext cx="162339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𝑑𝑒𝑐𝑜𝑑𝑒𝑑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𝑖𝑚𝑎𝑔𝑒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C22516E-ECA4-5A7B-322E-4846CF035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980" y="4141589"/>
                <a:ext cx="1623393" cy="276999"/>
              </a:xfrm>
              <a:prstGeom prst="rect">
                <a:avLst/>
              </a:prstGeom>
              <a:blipFill>
                <a:blip r:embed="rId12"/>
                <a:stretch>
                  <a:fillRect l="-2996" t="-2174" r="-4494" b="-326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0953C57-EF7C-0424-9529-1C9AEADAA99A}"/>
                  </a:ext>
                </a:extLst>
              </p:cNvPr>
              <p:cNvSpPr txBox="1"/>
              <p:nvPr/>
            </p:nvSpPr>
            <p:spPr>
              <a:xfrm>
                <a:off x="179082" y="4187355"/>
                <a:ext cx="132517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𝑖𝑚𝑎𝑔𝑒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0953C57-EF7C-0424-9529-1C9AEADAA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82" y="4187355"/>
                <a:ext cx="1325171" cy="276999"/>
              </a:xfrm>
              <a:prstGeom prst="rect">
                <a:avLst/>
              </a:prstGeom>
              <a:blipFill>
                <a:blip r:embed="rId13"/>
                <a:stretch>
                  <a:fillRect l="-5963" t="-2222" r="-5505" b="-3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ight Brace 82">
            <a:extLst>
              <a:ext uri="{FF2B5EF4-FFF2-40B4-BE49-F238E27FC236}">
                <a16:creationId xmlns:a16="http://schemas.microsoft.com/office/drawing/2014/main" id="{0F3A29CA-18A8-25E1-A08B-D01F97E99649}"/>
              </a:ext>
            </a:extLst>
          </p:cNvPr>
          <p:cNvSpPr/>
          <p:nvPr/>
        </p:nvSpPr>
        <p:spPr>
          <a:xfrm>
            <a:off x="7123719" y="1115568"/>
            <a:ext cx="284644" cy="1242986"/>
          </a:xfrm>
          <a:prstGeom prst="rightBrace">
            <a:avLst>
              <a:gd name="adj1" fmla="val 48772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3133F78-AFEF-D880-D891-EF694DE7A799}"/>
                  </a:ext>
                </a:extLst>
              </p:cNvPr>
              <p:cNvSpPr txBox="1"/>
              <p:nvPr/>
            </p:nvSpPr>
            <p:spPr>
              <a:xfrm>
                <a:off x="7513672" y="159856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3133F78-AFEF-D880-D891-EF694DE7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672" y="1598561"/>
                <a:ext cx="170486" cy="276999"/>
              </a:xfrm>
              <a:prstGeom prst="rect">
                <a:avLst/>
              </a:prstGeom>
              <a:blipFill>
                <a:blip r:embed="rId14"/>
                <a:stretch>
                  <a:fillRect l="-50000" r="-39286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367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14B0-39F2-7C07-45C8-CD8020FB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7970CA0A-7842-CFF7-D5B5-9969EE89C636}"/>
              </a:ext>
            </a:extLst>
          </p:cNvPr>
          <p:cNvSpPr/>
          <p:nvPr/>
        </p:nvSpPr>
        <p:spPr>
          <a:xfrm rot="5400000">
            <a:off x="-518700" y="3020343"/>
            <a:ext cx="2523281" cy="4076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CF471EC-2F41-1B41-10AF-8D50EDBF4556}"/>
              </a:ext>
            </a:extLst>
          </p:cNvPr>
          <p:cNvCxnSpPr>
            <a:cxnSpLocks/>
          </p:cNvCxnSpPr>
          <p:nvPr/>
        </p:nvCxnSpPr>
        <p:spPr>
          <a:xfrm rot="5400000">
            <a:off x="741892" y="3944904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F4186E4-71AF-CA3E-B9E7-AC3A71BAD095}"/>
              </a:ext>
            </a:extLst>
          </p:cNvPr>
          <p:cNvCxnSpPr>
            <a:cxnSpLocks/>
          </p:cNvCxnSpPr>
          <p:nvPr/>
        </p:nvCxnSpPr>
        <p:spPr>
          <a:xfrm rot="5400000">
            <a:off x="741892" y="3513105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F170FE7-1C78-59B4-FC97-7422C9D5C22E}"/>
              </a:ext>
            </a:extLst>
          </p:cNvPr>
          <p:cNvCxnSpPr>
            <a:cxnSpLocks/>
          </p:cNvCxnSpPr>
          <p:nvPr/>
        </p:nvCxnSpPr>
        <p:spPr>
          <a:xfrm rot="5400000">
            <a:off x="745710" y="3020343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EF8311F-5639-59E5-2F44-3B1EEBC3BA11}"/>
              </a:ext>
            </a:extLst>
          </p:cNvPr>
          <p:cNvCxnSpPr>
            <a:cxnSpLocks/>
          </p:cNvCxnSpPr>
          <p:nvPr/>
        </p:nvCxnSpPr>
        <p:spPr>
          <a:xfrm rot="5400000">
            <a:off x="741893" y="2532664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32150C2-3862-3452-16F7-63CEA3C82D26}"/>
              </a:ext>
            </a:extLst>
          </p:cNvPr>
          <p:cNvCxnSpPr>
            <a:cxnSpLocks/>
          </p:cNvCxnSpPr>
          <p:nvPr/>
        </p:nvCxnSpPr>
        <p:spPr>
          <a:xfrm rot="5400000">
            <a:off x="741892" y="2065304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3900CB7-1409-0A1C-B5B1-64F7426EF0B0}"/>
              </a:ext>
            </a:extLst>
          </p:cNvPr>
          <p:cNvSpPr/>
          <p:nvPr/>
        </p:nvSpPr>
        <p:spPr>
          <a:xfrm>
            <a:off x="1465006" y="2035278"/>
            <a:ext cx="1876787" cy="23838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F7E1DE12-25D8-45F8-6D64-FC08E7A9FD6D}"/>
              </a:ext>
            </a:extLst>
          </p:cNvPr>
          <p:cNvSpPr/>
          <p:nvPr/>
        </p:nvSpPr>
        <p:spPr>
          <a:xfrm rot="16200000">
            <a:off x="8702416" y="2386799"/>
            <a:ext cx="1828800" cy="1533211"/>
          </a:xfrm>
          <a:prstGeom prst="trapezoi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EA4BB5-0C07-5C7F-C534-3A7A16A2228C}"/>
              </a:ext>
            </a:extLst>
          </p:cNvPr>
          <p:cNvSpPr/>
          <p:nvPr/>
        </p:nvSpPr>
        <p:spPr>
          <a:xfrm>
            <a:off x="3814916" y="4444181"/>
            <a:ext cx="1111045" cy="11405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58B083-73F2-751F-B935-B4C1B518172B}"/>
              </a:ext>
            </a:extLst>
          </p:cNvPr>
          <p:cNvSpPr/>
          <p:nvPr/>
        </p:nvSpPr>
        <p:spPr>
          <a:xfrm>
            <a:off x="7266041" y="4444181"/>
            <a:ext cx="1111045" cy="11405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FB3A6E0-64CE-DECC-6FAF-1B9A80D2B029}"/>
              </a:ext>
            </a:extLst>
          </p:cNvPr>
          <p:cNvSpPr/>
          <p:nvPr/>
        </p:nvSpPr>
        <p:spPr>
          <a:xfrm>
            <a:off x="4665406" y="675640"/>
            <a:ext cx="3186242" cy="190041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D45506-0036-07FE-E193-125C90B6F4D1}"/>
              </a:ext>
            </a:extLst>
          </p:cNvPr>
          <p:cNvSpPr/>
          <p:nvPr/>
        </p:nvSpPr>
        <p:spPr>
          <a:xfrm>
            <a:off x="5076844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17BCB9-FBF7-47D6-C53C-022BC2A69690}"/>
              </a:ext>
            </a:extLst>
          </p:cNvPr>
          <p:cNvSpPr/>
          <p:nvPr/>
        </p:nvSpPr>
        <p:spPr>
          <a:xfrm>
            <a:off x="5488282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980B6B-8424-B6EA-7A99-6E695C601713}"/>
              </a:ext>
            </a:extLst>
          </p:cNvPr>
          <p:cNvSpPr/>
          <p:nvPr/>
        </p:nvSpPr>
        <p:spPr>
          <a:xfrm>
            <a:off x="5899720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5A564E-59DE-801A-0FA3-8274425920A1}"/>
              </a:ext>
            </a:extLst>
          </p:cNvPr>
          <p:cNvSpPr/>
          <p:nvPr/>
        </p:nvSpPr>
        <p:spPr>
          <a:xfrm>
            <a:off x="6777918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04831A-B301-E3B0-B7F2-1BF5112093D8}"/>
                  </a:ext>
                </a:extLst>
              </p:cNvPr>
              <p:cNvSpPr txBox="1"/>
              <p:nvPr/>
            </p:nvSpPr>
            <p:spPr>
              <a:xfrm>
                <a:off x="9218150" y="3026435"/>
                <a:ext cx="88992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𝑑𝑒𝑐𝑜𝑑𝑒𝑟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B04831A-B301-E3B0-B7F2-1BF511209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8150" y="3026435"/>
                <a:ext cx="889924" cy="276999"/>
              </a:xfrm>
              <a:prstGeom prst="rect">
                <a:avLst/>
              </a:prstGeom>
              <a:blipFill>
                <a:blip r:embed="rId2"/>
                <a:stretch>
                  <a:fillRect l="-6164" r="-6164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47907E-E26E-3BB2-A438-CA19A1F5B5BC}"/>
                  </a:ext>
                </a:extLst>
              </p:cNvPr>
              <p:cNvSpPr txBox="1"/>
              <p:nvPr/>
            </p:nvSpPr>
            <p:spPr>
              <a:xfrm>
                <a:off x="5118683" y="736842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47907E-E26E-3BB2-A438-CA19A1F5B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683" y="736842"/>
                <a:ext cx="170486" cy="276999"/>
              </a:xfrm>
              <a:prstGeom prst="rect">
                <a:avLst/>
              </a:prstGeom>
              <a:blipFill>
                <a:blip r:embed="rId3"/>
                <a:stretch>
                  <a:fillRect l="-35714" r="-5000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0A40CD3-B01E-A4D3-D15E-26F3AB4E7612}"/>
                  </a:ext>
                </a:extLst>
              </p:cNvPr>
              <p:cNvSpPr txBox="1"/>
              <p:nvPr/>
            </p:nvSpPr>
            <p:spPr>
              <a:xfrm>
                <a:off x="5545361" y="73684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0A40CD3-B01E-A4D3-D15E-26F3AB4E7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361" y="736841"/>
                <a:ext cx="170486" cy="276999"/>
              </a:xfrm>
              <a:prstGeom prst="rect">
                <a:avLst/>
              </a:prstGeom>
              <a:blipFill>
                <a:blip r:embed="rId4"/>
                <a:stretch>
                  <a:fillRect l="-35714" r="-5357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E7B510C-3E71-16D9-E9E8-9DE1F23C8270}"/>
                  </a:ext>
                </a:extLst>
              </p:cNvPr>
              <p:cNvSpPr txBox="1"/>
              <p:nvPr/>
            </p:nvSpPr>
            <p:spPr>
              <a:xfrm>
                <a:off x="5925513" y="73684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E7B510C-3E71-16D9-E9E8-9DE1F23C8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513" y="736841"/>
                <a:ext cx="170486" cy="276999"/>
              </a:xfrm>
              <a:prstGeom prst="rect">
                <a:avLst/>
              </a:prstGeom>
              <a:blipFill>
                <a:blip r:embed="rId5"/>
                <a:stretch>
                  <a:fillRect l="-35714" r="-5714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518A22-742D-B660-D871-D73C3C4AC1C8}"/>
                  </a:ext>
                </a:extLst>
              </p:cNvPr>
              <p:cNvSpPr txBox="1"/>
              <p:nvPr/>
            </p:nvSpPr>
            <p:spPr>
              <a:xfrm>
                <a:off x="6817590" y="742162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518A22-742D-B660-D871-D73C3C4AC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7590" y="742162"/>
                <a:ext cx="170486" cy="276999"/>
              </a:xfrm>
              <a:prstGeom prst="rect">
                <a:avLst/>
              </a:prstGeom>
              <a:blipFill>
                <a:blip r:embed="rId6"/>
                <a:stretch>
                  <a:fillRect l="-35714" r="-60714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701A3F3-B22E-076E-8313-A9294FD57840}"/>
              </a:ext>
            </a:extLst>
          </p:cNvPr>
          <p:cNvSpPr txBox="1"/>
          <p:nvPr/>
        </p:nvSpPr>
        <p:spPr>
          <a:xfrm>
            <a:off x="6326808" y="1515592"/>
            <a:ext cx="45111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D4A7560-FBAA-E9B9-15EC-1EC253C8E990}"/>
                  </a:ext>
                </a:extLst>
              </p:cNvPr>
              <p:cNvSpPr txBox="1"/>
              <p:nvPr/>
            </p:nvSpPr>
            <p:spPr>
              <a:xfrm>
                <a:off x="656649" y="1943133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D4A7560-FBAA-E9B9-15EC-1EC253C8E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49" y="1943133"/>
                <a:ext cx="170486" cy="276999"/>
              </a:xfrm>
              <a:prstGeom prst="rect">
                <a:avLst/>
              </a:prstGeom>
              <a:blipFill>
                <a:blip r:embed="rId7"/>
                <a:stretch>
                  <a:fillRect l="-35714" r="-5714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F182173-A48B-71B2-FE21-E8A182D628F3}"/>
                  </a:ext>
                </a:extLst>
              </p:cNvPr>
              <p:cNvSpPr txBox="1"/>
              <p:nvPr/>
            </p:nvSpPr>
            <p:spPr>
              <a:xfrm>
                <a:off x="7698716" y="4764693"/>
                <a:ext cx="170486" cy="5304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F182173-A48B-71B2-FE21-E8A182D62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8716" y="4764693"/>
                <a:ext cx="170486" cy="530402"/>
              </a:xfrm>
              <a:prstGeom prst="rect">
                <a:avLst/>
              </a:prstGeom>
              <a:blipFill>
                <a:blip r:embed="rId8"/>
                <a:stretch>
                  <a:fillRect r="-103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3BF1F636-EEBF-1D5B-DD0B-B5E635567AC4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341793" y="3227214"/>
            <a:ext cx="1029039" cy="1527666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29F3E0D-1826-10BB-0431-E3C61B4900E7}"/>
              </a:ext>
            </a:extLst>
          </p:cNvPr>
          <p:cNvCxnSpPr>
            <a:stCxn id="24" idx="3"/>
          </p:cNvCxnSpPr>
          <p:nvPr/>
        </p:nvCxnSpPr>
        <p:spPr>
          <a:xfrm flipV="1">
            <a:off x="4925961" y="2389034"/>
            <a:ext cx="562321" cy="2625418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967159C-B545-569D-BE8D-416D010A7074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5774690" y="3523100"/>
            <a:ext cx="2600633" cy="382070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978C016-E6BB-17B0-0CEB-D92F4D34B83A}"/>
              </a:ext>
            </a:extLst>
          </p:cNvPr>
          <p:cNvCxnSpPr>
            <a:cxnSpLocks/>
            <a:stCxn id="25" idx="3"/>
            <a:endCxn id="36" idx="1"/>
          </p:cNvCxnSpPr>
          <p:nvPr/>
        </p:nvCxnSpPr>
        <p:spPr>
          <a:xfrm flipV="1">
            <a:off x="8377086" y="3164935"/>
            <a:ext cx="841064" cy="1849517"/>
          </a:xfrm>
          <a:prstGeom prst="bentConnector3">
            <a:avLst>
              <a:gd name="adj1" fmla="val 50000"/>
            </a:avLst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D61C287-3C07-24E6-E973-80637A097B4D}"/>
              </a:ext>
            </a:extLst>
          </p:cNvPr>
          <p:cNvCxnSpPr>
            <a:cxnSpLocks/>
            <a:stCxn id="9" idx="2"/>
            <a:endCxn id="130" idx="1"/>
          </p:cNvCxnSpPr>
          <p:nvPr/>
        </p:nvCxnSpPr>
        <p:spPr>
          <a:xfrm flipV="1">
            <a:off x="10383422" y="3150674"/>
            <a:ext cx="300472" cy="273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36E821A-CCB9-E3F8-10F2-410452B32EFD}"/>
                  </a:ext>
                </a:extLst>
              </p:cNvPr>
              <p:cNvSpPr txBox="1"/>
              <p:nvPr/>
            </p:nvSpPr>
            <p:spPr>
              <a:xfrm>
                <a:off x="5252693" y="358114"/>
                <a:ext cx="18573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𝑒𝑚𝑏𝑒𝑑𝑑𝑖𝑛𝑔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𝑠𝑝𝑎𝑐𝑒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36E821A-CCB9-E3F8-10F2-410452B32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693" y="358114"/>
                <a:ext cx="1857303" cy="276999"/>
              </a:xfrm>
              <a:prstGeom prst="rect">
                <a:avLst/>
              </a:prstGeom>
              <a:blipFill>
                <a:blip r:embed="rId9"/>
                <a:stretch>
                  <a:fillRect l="-3947" t="-4444" r="-2961" b="-3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FAAB0F7-F8FF-C825-06D2-B6363FB9D907}"/>
                  </a:ext>
                </a:extLst>
              </p:cNvPr>
              <p:cNvSpPr txBox="1"/>
              <p:nvPr/>
            </p:nvSpPr>
            <p:spPr>
              <a:xfrm>
                <a:off x="10840980" y="4141589"/>
                <a:ext cx="162339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𝑝𝑟𝑒𝑑𝑖𝑐𝑡𝑒𝑑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𝑖𝑚𝑎𝑔𝑒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FAAB0F7-F8FF-C825-06D2-B6363FB9D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980" y="4141589"/>
                <a:ext cx="1623393" cy="276999"/>
              </a:xfrm>
              <a:prstGeom prst="rect">
                <a:avLst/>
              </a:prstGeom>
              <a:blipFill>
                <a:blip r:embed="rId10"/>
                <a:stretch>
                  <a:fillRect l="-6742" t="-2174" r="-11236" b="-326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ight Brace 82">
            <a:extLst>
              <a:ext uri="{FF2B5EF4-FFF2-40B4-BE49-F238E27FC236}">
                <a16:creationId xmlns:a16="http://schemas.microsoft.com/office/drawing/2014/main" id="{0873A256-5401-A5C1-9BDE-36A2E6F33202}"/>
              </a:ext>
            </a:extLst>
          </p:cNvPr>
          <p:cNvSpPr/>
          <p:nvPr/>
        </p:nvSpPr>
        <p:spPr>
          <a:xfrm>
            <a:off x="7123719" y="1115568"/>
            <a:ext cx="284644" cy="1242986"/>
          </a:xfrm>
          <a:prstGeom prst="rightBrace">
            <a:avLst>
              <a:gd name="adj1" fmla="val 48772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BD9A9F2-F7A7-DDA1-CE71-D2FECA7C8C9F}"/>
                  </a:ext>
                </a:extLst>
              </p:cNvPr>
              <p:cNvSpPr txBox="1"/>
              <p:nvPr/>
            </p:nvSpPr>
            <p:spPr>
              <a:xfrm>
                <a:off x="7513672" y="159856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BD9A9F2-F7A7-DDA1-CE71-D2FECA7C8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672" y="1598561"/>
                <a:ext cx="170486" cy="276999"/>
              </a:xfrm>
              <a:prstGeom prst="rect">
                <a:avLst/>
              </a:prstGeom>
              <a:blipFill>
                <a:blip r:embed="rId11"/>
                <a:stretch>
                  <a:fillRect l="-50000" r="-39286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DDC69CE-5CFA-5BA6-5AA4-FB28261FC69B}"/>
              </a:ext>
            </a:extLst>
          </p:cNvPr>
          <p:cNvSpPr/>
          <p:nvPr/>
        </p:nvSpPr>
        <p:spPr>
          <a:xfrm>
            <a:off x="1607820" y="249555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0FCDEF-CC90-D20A-A832-47A8380ECE42}"/>
              </a:ext>
            </a:extLst>
          </p:cNvPr>
          <p:cNvSpPr/>
          <p:nvPr/>
        </p:nvSpPr>
        <p:spPr>
          <a:xfrm>
            <a:off x="1607820" y="289179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CA0383-2A3B-6365-2955-3BCFAD633694}"/>
              </a:ext>
            </a:extLst>
          </p:cNvPr>
          <p:cNvSpPr/>
          <p:nvPr/>
        </p:nvSpPr>
        <p:spPr>
          <a:xfrm>
            <a:off x="1607820" y="328803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68C892-8332-5F58-A755-6954F6A7311A}"/>
              </a:ext>
            </a:extLst>
          </p:cNvPr>
          <p:cNvSpPr/>
          <p:nvPr/>
        </p:nvSpPr>
        <p:spPr>
          <a:xfrm>
            <a:off x="1614268" y="3945885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28BDF55-1414-B842-884D-98A029A9BA87}"/>
              </a:ext>
            </a:extLst>
          </p:cNvPr>
          <p:cNvSpPr/>
          <p:nvPr/>
        </p:nvSpPr>
        <p:spPr>
          <a:xfrm>
            <a:off x="2327704" y="249555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3A4576-7987-9EB3-852A-24C9A966CB27}"/>
              </a:ext>
            </a:extLst>
          </p:cNvPr>
          <p:cNvSpPr/>
          <p:nvPr/>
        </p:nvSpPr>
        <p:spPr>
          <a:xfrm>
            <a:off x="2327704" y="289179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D485EF-1CDB-36D4-9C2D-5FB47F76BA94}"/>
              </a:ext>
            </a:extLst>
          </p:cNvPr>
          <p:cNvSpPr/>
          <p:nvPr/>
        </p:nvSpPr>
        <p:spPr>
          <a:xfrm>
            <a:off x="2318130" y="328803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D1CC51-D09B-1142-100B-7AF56F62A366}"/>
              </a:ext>
            </a:extLst>
          </p:cNvPr>
          <p:cNvSpPr/>
          <p:nvPr/>
        </p:nvSpPr>
        <p:spPr>
          <a:xfrm>
            <a:off x="2990199" y="3146461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4FF873-0326-EF82-203D-04BCA01E6A79}"/>
              </a:ext>
            </a:extLst>
          </p:cNvPr>
          <p:cNvSpPr/>
          <p:nvPr/>
        </p:nvSpPr>
        <p:spPr>
          <a:xfrm>
            <a:off x="2318130" y="394461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FBBA27-ADEF-07C9-AC06-F9BDA18ACE60}"/>
              </a:ext>
            </a:extLst>
          </p:cNvPr>
          <p:cNvSpPr txBox="1"/>
          <p:nvPr/>
        </p:nvSpPr>
        <p:spPr>
          <a:xfrm rot="5400000">
            <a:off x="1677404" y="3644939"/>
            <a:ext cx="2368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F33F62-22DA-9D4C-D9FB-C9A07A71E877}"/>
              </a:ext>
            </a:extLst>
          </p:cNvPr>
          <p:cNvSpPr txBox="1"/>
          <p:nvPr/>
        </p:nvSpPr>
        <p:spPr>
          <a:xfrm rot="5400000">
            <a:off x="2375248" y="3640366"/>
            <a:ext cx="2368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…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2F8F99-2761-34A5-0788-AE66E3607A01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1854298" y="2617470"/>
            <a:ext cx="473406" cy="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993C6D-DD48-8D32-D3F1-A329E5A47774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>
            <a:off x="1847850" y="3013710"/>
            <a:ext cx="479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DB2060-6DF5-3AE1-08DB-DE677A8384F1}"/>
              </a:ext>
            </a:extLst>
          </p:cNvPr>
          <p:cNvCxnSpPr>
            <a:cxnSpLocks/>
          </p:cNvCxnSpPr>
          <p:nvPr/>
        </p:nvCxnSpPr>
        <p:spPr>
          <a:xfrm>
            <a:off x="1841402" y="3409950"/>
            <a:ext cx="479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27F1865-F75F-1AA0-1CDF-720F6619734B}"/>
              </a:ext>
            </a:extLst>
          </p:cNvPr>
          <p:cNvCxnSpPr>
            <a:cxnSpLocks/>
            <a:stCxn id="8" idx="6"/>
            <a:endCxn id="15" idx="2"/>
          </p:cNvCxnSpPr>
          <p:nvPr/>
        </p:nvCxnSpPr>
        <p:spPr>
          <a:xfrm flipV="1">
            <a:off x="1854298" y="4066530"/>
            <a:ext cx="463832" cy="1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03F1F3A-2A2C-7792-D697-84BF879B1DFD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1854298" y="3406141"/>
            <a:ext cx="463832" cy="661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3044D05-DD45-3A3E-F1B4-C6F86DA2324B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 flipV="1">
            <a:off x="1854298" y="3013710"/>
            <a:ext cx="473406" cy="1054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3B2E7BA-4A27-440F-5931-4B7C862ECB42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 flipV="1">
            <a:off x="1854298" y="2617470"/>
            <a:ext cx="473406" cy="1450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45F00AB-D202-4EA4-6858-E1841880AE3D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847850" y="2617470"/>
            <a:ext cx="473124" cy="441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3962311-6A64-B49E-7444-5E7EDB89EC30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1841402" y="2617470"/>
            <a:ext cx="476728" cy="79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580C21D-CE63-2861-85EB-BB79E7F311E4}"/>
              </a:ext>
            </a:extLst>
          </p:cNvPr>
          <p:cNvCxnSpPr>
            <a:cxnSpLocks/>
          </p:cNvCxnSpPr>
          <p:nvPr/>
        </p:nvCxnSpPr>
        <p:spPr>
          <a:xfrm>
            <a:off x="1834954" y="2617470"/>
            <a:ext cx="472376" cy="1446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A23B983-E5C2-F469-9E91-D9CC72BBAD15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 flipV="1">
            <a:off x="1847850" y="2617470"/>
            <a:ext cx="479854" cy="39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A1E74C2-E371-5649-5234-5C6693509AE8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1860746" y="3013710"/>
            <a:ext cx="4669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23BEC4A-A0DC-F460-D21C-EE9AA1C9727A}"/>
              </a:ext>
            </a:extLst>
          </p:cNvPr>
          <p:cNvCxnSpPr>
            <a:cxnSpLocks/>
          </p:cNvCxnSpPr>
          <p:nvPr/>
        </p:nvCxnSpPr>
        <p:spPr>
          <a:xfrm>
            <a:off x="1860746" y="3026435"/>
            <a:ext cx="479854" cy="383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27B4D74-C3C2-8C0D-E7C6-871B7A51D7AD}"/>
              </a:ext>
            </a:extLst>
          </p:cNvPr>
          <p:cNvCxnSpPr>
            <a:cxnSpLocks/>
            <a:stCxn id="5" idx="6"/>
            <a:endCxn id="15" idx="2"/>
          </p:cNvCxnSpPr>
          <p:nvPr/>
        </p:nvCxnSpPr>
        <p:spPr>
          <a:xfrm>
            <a:off x="1847850" y="3013710"/>
            <a:ext cx="470280" cy="1052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752BA61-C2A2-687E-A550-EEE8F11390DF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847850" y="3409950"/>
            <a:ext cx="457384" cy="643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A9CF139-7696-FDC3-7B04-D3D401BF5594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1847850" y="3013710"/>
            <a:ext cx="479854" cy="39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9E64BCE-0350-DF40-19C7-ACB3C1A8E087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1854298" y="2617470"/>
            <a:ext cx="473406" cy="788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0CC4A0F-091E-EC58-A45B-7371F23E0D0E}"/>
              </a:ext>
            </a:extLst>
          </p:cNvPr>
          <p:cNvCxnSpPr>
            <a:cxnSpLocks/>
            <a:stCxn id="10" idx="6"/>
            <a:endCxn id="14" idx="2"/>
          </p:cNvCxnSpPr>
          <p:nvPr/>
        </p:nvCxnSpPr>
        <p:spPr>
          <a:xfrm>
            <a:off x="2567734" y="2617470"/>
            <a:ext cx="422465" cy="650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340D879-E4DF-CE0E-AD6D-E7A5AC7C01E1}"/>
              </a:ext>
            </a:extLst>
          </p:cNvPr>
          <p:cNvCxnSpPr>
            <a:cxnSpLocks/>
            <a:stCxn id="11" idx="6"/>
            <a:endCxn id="14" idx="2"/>
          </p:cNvCxnSpPr>
          <p:nvPr/>
        </p:nvCxnSpPr>
        <p:spPr>
          <a:xfrm>
            <a:off x="2567734" y="3013710"/>
            <a:ext cx="422465" cy="254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5A7D133-061A-A0E3-1CB6-9033C44D1A65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 flipV="1">
            <a:off x="2558160" y="3268381"/>
            <a:ext cx="432039" cy="141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5E926C5-75C5-3564-B75C-16FD7365ED91}"/>
              </a:ext>
            </a:extLst>
          </p:cNvPr>
          <p:cNvCxnSpPr>
            <a:cxnSpLocks/>
            <a:stCxn id="15" idx="6"/>
            <a:endCxn id="14" idx="2"/>
          </p:cNvCxnSpPr>
          <p:nvPr/>
        </p:nvCxnSpPr>
        <p:spPr>
          <a:xfrm flipV="1">
            <a:off x="2558160" y="3268381"/>
            <a:ext cx="432039" cy="798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B32183E-EFDD-A9D1-D084-39F5C1F17B51}"/>
                  </a:ext>
                </a:extLst>
              </p:cNvPr>
              <p:cNvSpPr txBox="1"/>
              <p:nvPr/>
            </p:nvSpPr>
            <p:spPr>
              <a:xfrm>
                <a:off x="2073211" y="2096710"/>
                <a:ext cx="5657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𝐹𝐹𝑁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B32183E-EFDD-A9D1-D084-39F5C1F17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211" y="2096710"/>
                <a:ext cx="565732" cy="307777"/>
              </a:xfrm>
              <a:prstGeom prst="rect">
                <a:avLst/>
              </a:prstGeom>
              <a:blipFill>
                <a:blip r:embed="rId12"/>
                <a:stretch>
                  <a:fillRect l="-9677" r="-10753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B9D2F41-DAC8-D6BC-BE5B-78A339957874}"/>
                  </a:ext>
                </a:extLst>
              </p:cNvPr>
              <p:cNvSpPr txBox="1"/>
              <p:nvPr/>
            </p:nvSpPr>
            <p:spPr>
              <a:xfrm>
                <a:off x="343040" y="4554219"/>
                <a:ext cx="77463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𝐼𝑛𝑝𝑢𝑡</m:t>
                      </m:r>
                    </m:oMath>
                  </m:oMathPara>
                </a14:m>
                <a:br>
                  <a:rPr lang="en-IN" b="0" i="1" dirty="0">
                    <a:latin typeface="Cambria Math" panose="02040503050406030204" pitchFamily="18" charset="0"/>
                  </a:rPr>
                </a:br>
                <a:endParaRPr lang="en-IN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B9D2F41-DAC8-D6BC-BE5B-78A339957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40" y="4554219"/>
                <a:ext cx="774636" cy="277064"/>
              </a:xfrm>
              <a:prstGeom prst="rect">
                <a:avLst/>
              </a:prstGeom>
              <a:blipFill>
                <a:blip r:embed="rId13"/>
                <a:stretch>
                  <a:fillRect l="-787" r="-787" b="-34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73161650-DF72-AD50-C22D-AB098407E6AE}"/>
                  </a:ext>
                </a:extLst>
              </p:cNvPr>
              <p:cNvSpPr txBox="1"/>
              <p:nvPr/>
            </p:nvSpPr>
            <p:spPr>
              <a:xfrm>
                <a:off x="645115" y="234670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73161650-DF72-AD50-C22D-AB098407E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15" y="2346701"/>
                <a:ext cx="170486" cy="276999"/>
              </a:xfrm>
              <a:prstGeom prst="rect">
                <a:avLst/>
              </a:prstGeom>
              <a:blipFill>
                <a:blip r:embed="rId14"/>
                <a:stretch>
                  <a:fillRect l="-35714" r="-6071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300C1A4-3399-BD60-F2BD-78A8E64CAD97}"/>
                  </a:ext>
                </a:extLst>
              </p:cNvPr>
              <p:cNvSpPr txBox="1"/>
              <p:nvPr/>
            </p:nvSpPr>
            <p:spPr>
              <a:xfrm>
                <a:off x="638667" y="2811217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300C1A4-3399-BD60-F2BD-78A8E64CA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67" y="2811217"/>
                <a:ext cx="170486" cy="276999"/>
              </a:xfrm>
              <a:prstGeom prst="rect">
                <a:avLst/>
              </a:prstGeom>
              <a:blipFill>
                <a:blip r:embed="rId15"/>
                <a:stretch>
                  <a:fillRect l="-35714" r="-6071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63EEA045-D3D9-28A8-B79A-47AB7130EF99}"/>
                  </a:ext>
                </a:extLst>
              </p:cNvPr>
              <p:cNvSpPr txBox="1"/>
              <p:nvPr/>
            </p:nvSpPr>
            <p:spPr>
              <a:xfrm>
                <a:off x="632219" y="3275733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63EEA045-D3D9-28A8-B79A-47AB7130E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19" y="3275733"/>
                <a:ext cx="170486" cy="276999"/>
              </a:xfrm>
              <a:prstGeom prst="rect">
                <a:avLst/>
              </a:prstGeom>
              <a:blipFill>
                <a:blip r:embed="rId16"/>
                <a:stretch>
                  <a:fillRect l="-35714" r="-60714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049406B-FEFA-D4DB-D6BB-518F3D44FFE7}"/>
                  </a:ext>
                </a:extLst>
              </p:cNvPr>
              <p:cNvSpPr txBox="1"/>
              <p:nvPr/>
            </p:nvSpPr>
            <p:spPr>
              <a:xfrm>
                <a:off x="650530" y="4141588"/>
                <a:ext cx="170486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049406B-FEFA-D4DB-D6BB-518F3D44F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30" y="4141588"/>
                <a:ext cx="170486" cy="299313"/>
              </a:xfrm>
              <a:prstGeom prst="rect">
                <a:avLst/>
              </a:prstGeom>
              <a:blipFill>
                <a:blip r:embed="rId17"/>
                <a:stretch>
                  <a:fillRect l="-35714" r="-53571" b="-265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>
            <a:extLst>
              <a:ext uri="{FF2B5EF4-FFF2-40B4-BE49-F238E27FC236}">
                <a16:creationId xmlns:a16="http://schemas.microsoft.com/office/drawing/2014/main" id="{376AA379-D632-D0D1-B0D0-1D3A17B0207E}"/>
              </a:ext>
            </a:extLst>
          </p:cNvPr>
          <p:cNvSpPr txBox="1"/>
          <p:nvPr/>
        </p:nvSpPr>
        <p:spPr>
          <a:xfrm rot="5400000">
            <a:off x="665179" y="3823396"/>
            <a:ext cx="2368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…</a:t>
            </a:r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43B9CA1D-5D6E-9B10-A2F8-49F5EF2C47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0" t="15125" r="51554" b="12639"/>
          <a:stretch/>
        </p:blipFill>
        <p:spPr>
          <a:xfrm>
            <a:off x="10683894" y="2200468"/>
            <a:ext cx="1907647" cy="19004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C4466A1-49EA-8946-FA7A-0555BC76D364}"/>
                  </a:ext>
                </a:extLst>
              </p:cNvPr>
              <p:cNvSpPr txBox="1"/>
              <p:nvPr/>
            </p:nvSpPr>
            <p:spPr>
              <a:xfrm>
                <a:off x="4258579" y="4766436"/>
                <a:ext cx="17048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CC4466A1-49EA-8946-FA7A-0555BC76D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579" y="4766436"/>
                <a:ext cx="170486" cy="492443"/>
              </a:xfrm>
              <a:prstGeom prst="rect">
                <a:avLst/>
              </a:prstGeom>
              <a:blipFill>
                <a:blip r:embed="rId19"/>
                <a:stretch>
                  <a:fillRect r="-928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0EAB48C-53C9-D946-F7DB-0EE49A225CBB}"/>
              </a:ext>
            </a:extLst>
          </p:cNvPr>
          <p:cNvCxnSpPr>
            <a:cxnSpLocks/>
            <a:stCxn id="110" idx="0"/>
            <a:endCxn id="2" idx="1"/>
          </p:cNvCxnSpPr>
          <p:nvPr/>
        </p:nvCxnSpPr>
        <p:spPr>
          <a:xfrm>
            <a:off x="946772" y="3224175"/>
            <a:ext cx="518234" cy="303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08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B35B9B4-CC0C-4FCF-9199-5503D63969B8}">
  <we:reference id="wa200005669" version="2.0.0.0" store="en-US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42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Atmadip Goswami</dc:creator>
  <cp:lastModifiedBy>Atmadip Goswami</cp:lastModifiedBy>
  <cp:revision>2</cp:revision>
  <dcterms:created xsi:type="dcterms:W3CDTF">2025-04-27T07:33:07Z</dcterms:created>
  <dcterms:modified xsi:type="dcterms:W3CDTF">2025-04-28T11:54:50Z</dcterms:modified>
</cp:coreProperties>
</file>